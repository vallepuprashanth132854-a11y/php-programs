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8" r:id="rId6"/>
    <p:sldId id="259" r:id="rId7"/>
    <p:sldId id="260" r:id="rId8"/>
    <p:sldId id="261" r:id="rId9"/>
    <p:sldId id="262" r:id="rId10"/>
    <p:sldId id="263" r:id="rId11"/>
    <p:sldId id="273" r:id="rId5"/>
    <p:sldId id="274" r:id="rId22"/>
    <p:sldId id="264" r:id="rId12"/>
    <p:sldId id="265" r:id="rId13"/>
    <p:sldId id="266" r:id="rId14"/>
    <p:sldId id="267" r:id="rId15"/>
    <p:sldId id="275" r:id="rId23"/>
    <p:sldId id="268" r:id="rId16"/>
    <p:sldId id="269" r:id="rId17"/>
    <p:sldId id="270" r:id="rId18"/>
    <p:sldId id="271" r:id="rId19"/>
    <p:sldId id="272" r:id="rId20"/>
  </p:sldIdLst>
  <p:sldSz cx="14630400" cy="82296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8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slide" Target="slides/slide9.xml"/><Relationship Id="rId23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DDBB10-B8DF-4443-9217-5A9FEE331A8D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8DF4E2-AD92-4900-801D-139E4182DA2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451716-2F2F-4677-9A08-29C0713C418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3B50A1-DA20-4425-8233-BCED82266E8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AB27C8-C35F-4FD8-9044-58E56D2FF27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A3D00E-CBBF-4004-96A6-44EABD2FC70D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E98F7F-80D8-4B63-8C94-A4C504D8468C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B3FB20-E6B7-4076-9AD4-FF67059728C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51A85E-FC75-4E7B-86FC-9B39B17A6BFE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B6F74E-9DE6-4BB4-ADD5-940C4E014870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F5886A-7E71-46EB-BBE6-5957D5AF4B0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28BA84A8-A69C-4B0D-9BF7-7B0C48E5AD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35"/>
          </p:nvPr>
        </p:nvSpPr>
        <p:spPr>
          <a:xfrm>
            <a:off x="4165200" y="6356520"/>
            <a:ext cx="3859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36"/>
          </p:nvPr>
        </p:nvSpPr>
        <p:spPr>
          <a:xfrm>
            <a:off x="873720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A1DCC6A-DCD4-4135-AB52-5221450605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ShowTime – Online Movie Ticket Booking System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IN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Platform: Web Application (PHP, MySQL, HTML/CSS/JavaScript)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IN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Submitted to Prof. Tejas Chauhan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IN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Team Members: Prashanth, Vinay Swamy, Sai Deepak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Project Overview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full-stack, BookMyShow-style movie ticket booking web app built with PHP and MySQL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Lets users browse movies, view showtimes across theaters, select seats, and book tickets online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Includes an admin panel to manage movies, theaters, screens, shows, and bookings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 Statement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Booking movie tickets manually at a theater counter is time-consuming and inconvenient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easy way for users to check seat availability or showtimes in advance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Theaters need a simple system to manage movies, shows, and bookings without manual bookkeeping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Objectives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Build a user-friendly platform to browse movies and book tickets online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Implement an interactive seat map with tiered pricing (regular / premium / recliner)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Prevent double-booking using a database transaction that re-checks seat availability at confirmation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 an admin panel to manage movies, theaters, screens, shows, and bookings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Tools &amp; Technologies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Programming Tools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PHP 8 (PDO)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MySQL / MariaDB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Server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Apache / PHP Built-in Server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Code Versioning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Git &amp; GitHub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 Locally On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XAMPP / WAMP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Coding Tools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VS Code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 Architecture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Presentation Layer – PHP pages with HTML/CSS/JS (movie listing, seat map, booking flow)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Logic Layer – PHP business logic (booking validation, seat locking, admin operations)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Layer – MySQL database (movies, theaters, shows, bookings)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</p:spPr>
        <p:txBody>
          <a:bodyPr/>
          <a:lstStyle/>
          <a:p>
            <a:r>
              <a:rPr/>
              <a:t>Data Flow Diagram – Level 0 (Context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1005696" y="0"/>
            <a:ext cx="12617856" cy="0"/>
          </a:xfrm>
        </p:spPr>
        <p:txBody>
          <a:bodyPr/>
          <a:lstStyle/>
          <a:p/>
        </p:txBody>
      </p:sp>
      <p:pic>
        <p:nvPicPr>
          <p:cNvPr id="4" name="Picture 3" descr="d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84832"/>
            <a:ext cx="12618720" cy="3965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</p:spPr>
        <p:txBody>
          <a:bodyPr/>
          <a:lstStyle/>
          <a:p>
            <a:r>
              <a:rPr/>
              <a:t>Data Flow Diagram – Level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1005696" y="0"/>
            <a:ext cx="12617856" cy="0"/>
          </a:xfrm>
        </p:spPr>
        <p:txBody>
          <a:bodyPr/>
          <a:lstStyle/>
          <a:p/>
        </p:txBody>
      </p:sp>
      <p:pic>
        <p:nvPicPr>
          <p:cNvPr id="4" name="Picture 3" descr="d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6" y="1755648"/>
            <a:ext cx="13496544" cy="3971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Website Workflow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 Input – Select movie, showtime, and seats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Database Operation – Check seat availability and confirm booking inside a transaction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Output – Generate e-ticket / booking confirmation page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Database Design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Tables: users, movies, theaters, screens, seats, shows, bookings, booking_seats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Primary Keys: unique IDs for each table, linked via foreign keys (e.g. booking_id, seat_id)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CRUD Operations: create/read/update/delete for movies, theaters, shows, and bookings via the admin panel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Modules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 Module – Registration, Login, My Bookings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Booking Module – Movie browsing, seat selection, simulated payment, e-ticket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Admin Module – Manage movies, theaters, screens, shows, and bookings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Screenshots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Login Screen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Home / Movie Listing Screen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Seat Selection Screen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GitHub Screenshot 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Repository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Contributors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</p:spPr>
        <p:txBody>
          <a:bodyPr/>
          <a:lstStyle/>
          <a:p>
            <a:r>
              <a:rPr/>
              <a:t>Interface &amp; Output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1005696" y="0"/>
            <a:ext cx="12617856" cy="0"/>
          </a:xfrm>
        </p:spPr>
        <p:txBody>
          <a:bodyPr/>
          <a:lstStyle/>
          <a:p/>
        </p:txBody>
      </p:sp>
      <p:pic>
        <p:nvPicPr>
          <p:cNvPr id="4" name="Picture 3" descr="interface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20240"/>
            <a:ext cx="12070080" cy="49487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7516368"/>
            <a:ext cx="1353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80" i="1">
                <a:latin typeface="Calibri"/>
              </a:rPr>
              <a:t>Live screenshot of the running ShowTime application (movie listing / home screen output)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 Cases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 User Login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Already-Booked Seat Selection (Invalid Input)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Successful Booking Insert Inside a DB Transaction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real payment gateway integration (payment is simulated)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Admin panel has a basic UI without advanced analytics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Enhancements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Integrate a real payment gateway (e.g. Razorpay / Stripe)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to a cloud-hosted database and deploy for public access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31376" y="329616"/>
            <a:ext cx="13166496" cy="137073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731376" y="1920240"/>
            <a:ext cx="13166496" cy="543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Built a working movie ticket booking platform with booking, seat-locking, and admin features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Gained practical experience in PHP, MySQL, and full-stack web development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/>
          </p:nvPr>
        </p:nvSpPr>
        <p:spPr>
          <a:xfrm>
            <a:off x="1005696" y="2190672"/>
            <a:ext cx="12617856" cy="522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LibreOffice/26.2.5.2$Linux_X86_64 LibreOffice_project/620$Build-2</Application>
  <AppVersion>15.0000</AppVersion>
  <Words>22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2023-12-05T07:58:57Z</dcterms:created>
  <dc:creator>admin</dc:creator>
  <dc:description/>
  <dc:language>en-IN</dc:language>
  <cp:lastModifiedBy>Hardik Chavda</cp:lastModifiedBy>
  <dcterms:modified xsi:type="dcterms:W3CDTF">2026-08-29T12:12:09Z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3</vt:i4>
  </property>
</Properties>
</file>